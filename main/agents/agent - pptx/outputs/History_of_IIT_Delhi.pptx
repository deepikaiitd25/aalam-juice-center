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initial vision to create a premier engineering institution, the international collaboration that helped establish its early infrastructure and academic programs, and its rapid elevation to an IIT.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IIT Delhi broadened its academic offerings beyond traditional engineering, embracing new fields, and invested in research infrastructure to support advanced studies and faculty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significant contributions of IIT Delhi to scientific knowledge, the impact of its alumni network, its role in fostering entrepreneurship, and its consistent recognition on the international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History of IIT Delhi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EEBF7"/>
                </a:solidFill>
              </a:rPr>
              <a:t>A Journey of Excellence and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Genesis and Early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Established in 1961 as College of Engineering &amp; Technology.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Collaboration with UK government for initial setup.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Declared an Institution of National Importance in 1963.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Renamed Indian Institute of Technology Delhi.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Academic Growth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Expansion of undergraduate and postgraduate programs.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Introduction of diverse engineering and science disciplines.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Development of state-of-the-art research facilities.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Focus on interdisciplinary research and innovation.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Milestones and 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Pioneering research contributions in various fields.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Producing influential alumni in leadership roles worldwide.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Establishment of incubation centers and industry partnerships.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62626"/>
                </a:solidFill>
              </a:rPr>
              <a:t>•  Consistent high rankings among global institutions.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 Legacy of Innovation and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EEBF7"/>
                </a:solidFill>
              </a:rPr>
              <a:t>Shaping the Future of Technology and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